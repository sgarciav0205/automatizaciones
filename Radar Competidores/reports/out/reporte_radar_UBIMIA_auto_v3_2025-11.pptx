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51B1B-936F-4B1C-89CF-DC51E568D0DC}" v="13" dt="2025-11-20T19:44:10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Camila García Villalobos" userId="b710e7d3-ae4f-4d7e-a78c-093d291e0a1d" providerId="ADAL" clId="{7AE5E61D-8768-499E-A51D-E04FB3B0586F}"/>
    <pc:docChg chg="custSel modSld">
      <pc:chgData name="Sara Camila García Villalobos" userId="b710e7d3-ae4f-4d7e-a78c-093d291e0a1d" providerId="ADAL" clId="{7AE5E61D-8768-499E-A51D-E04FB3B0586F}" dt="2025-11-20T20:07:36.917" v="88" actId="1076"/>
      <pc:docMkLst>
        <pc:docMk/>
      </pc:docMkLst>
      <pc:sldChg chg="delSp modSp mod">
        <pc:chgData name="Sara Camila García Villalobos" userId="b710e7d3-ae4f-4d7e-a78c-093d291e0a1d" providerId="ADAL" clId="{7AE5E61D-8768-499E-A51D-E04FB3B0586F}" dt="2025-11-20T19:39:42.276" v="37" actId="1076"/>
        <pc:sldMkLst>
          <pc:docMk/>
          <pc:sldMk cId="0" sldId="256"/>
        </pc:sldMkLst>
        <pc:spChg chg="mod">
          <ac:chgData name="Sara Camila García Villalobos" userId="b710e7d3-ae4f-4d7e-a78c-093d291e0a1d" providerId="ADAL" clId="{7AE5E61D-8768-499E-A51D-E04FB3B0586F}" dt="2025-11-20T19:39:42.276" v="37" actId="107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ara Camila García Villalobos" userId="b710e7d3-ae4f-4d7e-a78c-093d291e0a1d" providerId="ADAL" clId="{7AE5E61D-8768-499E-A51D-E04FB3B0586F}" dt="2025-11-20T19:41:10" v="50"/>
        <pc:sldMkLst>
          <pc:docMk/>
          <pc:sldMk cId="0" sldId="257"/>
        </pc:sldMkLst>
        <pc:spChg chg="del mod">
          <ac:chgData name="Sara Camila García Villalobos" userId="b710e7d3-ae4f-4d7e-a78c-093d291e0a1d" providerId="ADAL" clId="{7AE5E61D-8768-499E-A51D-E04FB3B0586F}" dt="2025-11-20T03:48:07.080" v="28" actId="478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Sara Camila García Villalobos" userId="b710e7d3-ae4f-4d7e-a78c-093d291e0a1d" providerId="ADAL" clId="{7AE5E61D-8768-499E-A51D-E04FB3B0586F}" dt="2025-11-20T19:40:51.740" v="46"/>
          <ac:spMkLst>
            <pc:docMk/>
            <pc:sldMk cId="0" sldId="257"/>
            <ac:spMk id="5" creationId="{1508A593-4579-64D0-29F1-07E9ABACC713}"/>
          </ac:spMkLst>
        </pc:spChg>
        <pc:spChg chg="del">
          <ac:chgData name="Sara Camila García Villalobos" userId="b710e7d3-ae4f-4d7e-a78c-093d291e0a1d" providerId="ADAL" clId="{7AE5E61D-8768-499E-A51D-E04FB3B0586F}" dt="2025-11-20T03:48:04.807" v="27" actId="478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Sara Camila García Villalobos" userId="b710e7d3-ae4f-4d7e-a78c-093d291e0a1d" providerId="ADAL" clId="{7AE5E61D-8768-499E-A51D-E04FB3B0586F}" dt="2025-11-20T19:41:10" v="50"/>
          <ac:spMkLst>
            <pc:docMk/>
            <pc:sldMk cId="0" sldId="257"/>
            <ac:spMk id="6" creationId="{C2C401A1-B8AC-16F3-10A8-07EB9E5CAFAF}"/>
          </ac:spMkLst>
        </pc:spChg>
        <pc:spChg chg="del mod">
          <ac:chgData name="Sara Camila García Villalobos" userId="b710e7d3-ae4f-4d7e-a78c-093d291e0a1d" providerId="ADAL" clId="{7AE5E61D-8768-499E-A51D-E04FB3B0586F}" dt="2025-11-20T03:46:20.708" v="9" actId="478"/>
          <ac:spMkLst>
            <pc:docMk/>
            <pc:sldMk cId="0" sldId="257"/>
            <ac:spMk id="16" creationId="{00000000-0000-0000-0000-000000000000}"/>
          </ac:spMkLst>
        </pc:spChg>
        <pc:picChg chg="del mod">
          <ac:chgData name="Sara Camila García Villalobos" userId="b710e7d3-ae4f-4d7e-a78c-093d291e0a1d" providerId="ADAL" clId="{7AE5E61D-8768-499E-A51D-E04FB3B0586F}" dt="2025-11-20T03:47:11.282" v="10" actId="478"/>
          <ac:picMkLst>
            <pc:docMk/>
            <pc:sldMk cId="0" sldId="257"/>
            <ac:picMk id="15" creationId="{00000000-0000-0000-0000-000000000000}"/>
          </ac:picMkLst>
        </pc:picChg>
      </pc:sldChg>
      <pc:sldChg chg="addSp delSp modSp mod">
        <pc:chgData name="Sara Camila García Villalobos" userId="b710e7d3-ae4f-4d7e-a78c-093d291e0a1d" providerId="ADAL" clId="{7AE5E61D-8768-499E-A51D-E04FB3B0586F}" dt="2025-11-20T19:46:31.158" v="84" actId="1076"/>
        <pc:sldMkLst>
          <pc:docMk/>
          <pc:sldMk cId="0" sldId="258"/>
        </pc:sldMkLst>
        <pc:spChg chg="del mod">
          <ac:chgData name="Sara Camila García Villalobos" userId="b710e7d3-ae4f-4d7e-a78c-093d291e0a1d" providerId="ADAL" clId="{7AE5E61D-8768-499E-A51D-E04FB3B0586F}" dt="2025-11-20T19:42:40.869" v="66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ara Camila García Villalobos" userId="b710e7d3-ae4f-4d7e-a78c-093d291e0a1d" providerId="ADAL" clId="{7AE5E61D-8768-499E-A51D-E04FB3B0586F}" dt="2025-11-20T03:47:21.349" v="13"/>
          <ac:spMkLst>
            <pc:docMk/>
            <pc:sldMk cId="0" sldId="258"/>
            <ac:spMk id="4" creationId="{00000000-0000-0000-0000-000000000000}"/>
          </ac:spMkLst>
        </pc:spChg>
        <pc:spChg chg="add del mod">
          <ac:chgData name="Sara Camila García Villalobos" userId="b710e7d3-ae4f-4d7e-a78c-093d291e0a1d" providerId="ADAL" clId="{7AE5E61D-8768-499E-A51D-E04FB3B0586F}" dt="2025-11-20T19:41:45.087" v="52" actId="478"/>
          <ac:spMkLst>
            <pc:docMk/>
            <pc:sldMk cId="0" sldId="258"/>
            <ac:spMk id="4" creationId="{9122C079-C306-E1CA-13D5-EDBE14A90763}"/>
          </ac:spMkLst>
        </pc:spChg>
        <pc:spChg chg="del">
          <ac:chgData name="Sara Camila García Villalobos" userId="b710e7d3-ae4f-4d7e-a78c-093d291e0a1d" providerId="ADAL" clId="{7AE5E61D-8768-499E-A51D-E04FB3B0586F}" dt="2025-11-20T19:46:27.563" v="83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5-11-20T19:42:37.632" v="64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5-11-20T03:48:01.684" v="26" actId="478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Sara Camila García Villalobos" userId="b710e7d3-ae4f-4d7e-a78c-093d291e0a1d" providerId="ADAL" clId="{7AE5E61D-8768-499E-A51D-E04FB3B0586F}" dt="2025-11-20T19:42:01.691" v="56"/>
          <ac:spMkLst>
            <pc:docMk/>
            <pc:sldMk cId="0" sldId="258"/>
            <ac:spMk id="7" creationId="{E4D8D063-E7F3-E6D4-B4EE-8F6375D7F314}"/>
          </ac:spMkLst>
        </pc:spChg>
        <pc:spChg chg="add mod">
          <ac:chgData name="Sara Camila García Villalobos" userId="b710e7d3-ae4f-4d7e-a78c-093d291e0a1d" providerId="ADAL" clId="{7AE5E61D-8768-499E-A51D-E04FB3B0586F}" dt="2025-11-20T19:42:51.672" v="68"/>
          <ac:spMkLst>
            <pc:docMk/>
            <pc:sldMk cId="0" sldId="258"/>
            <ac:spMk id="9" creationId="{A000F1DE-5E9E-00FF-A41D-2D4F2B8B2D88}"/>
          </ac:spMkLst>
        </pc:spChg>
        <pc:spChg chg="add mod">
          <ac:chgData name="Sara Camila García Villalobos" userId="b710e7d3-ae4f-4d7e-a78c-093d291e0a1d" providerId="ADAL" clId="{7AE5E61D-8768-499E-A51D-E04FB3B0586F}" dt="2025-11-20T19:46:31.158" v="84" actId="1076"/>
          <ac:spMkLst>
            <pc:docMk/>
            <pc:sldMk cId="0" sldId="258"/>
            <ac:spMk id="10" creationId="{573A8298-57E6-5451-442C-35157FFDD5AA}"/>
          </ac:spMkLst>
        </pc:spChg>
      </pc:sldChg>
      <pc:sldChg chg="addSp delSp modSp mod">
        <pc:chgData name="Sara Camila García Villalobos" userId="b710e7d3-ae4f-4d7e-a78c-093d291e0a1d" providerId="ADAL" clId="{7AE5E61D-8768-499E-A51D-E04FB3B0586F}" dt="2025-11-20T20:07:36.917" v="88" actId="1076"/>
        <pc:sldMkLst>
          <pc:docMk/>
          <pc:sldMk cId="0" sldId="259"/>
        </pc:sldMkLst>
        <pc:spChg chg="del mod">
          <ac:chgData name="Sara Camila García Villalobos" userId="b710e7d3-ae4f-4d7e-a78c-093d291e0a1d" providerId="ADAL" clId="{7AE5E61D-8768-499E-A51D-E04FB3B0586F}" dt="2025-11-20T03:47:28.944" v="16"/>
          <ac:spMkLst>
            <pc:docMk/>
            <pc:sldMk cId="0" sldId="259"/>
            <ac:spMk id="4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5-11-20T04:02:49.490" v="30" actId="478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Sara Camila García Villalobos" userId="b710e7d3-ae4f-4d7e-a78c-093d291e0a1d" providerId="ADAL" clId="{7AE5E61D-8768-499E-A51D-E04FB3B0586F}" dt="2025-11-20T19:43:31.591" v="74" actId="108"/>
          <ac:spMkLst>
            <pc:docMk/>
            <pc:sldMk cId="0" sldId="259"/>
            <ac:spMk id="6" creationId="{21ACB7A7-A10D-F64A-05DE-D2D89114AF39}"/>
          </ac:spMkLst>
        </pc:spChg>
        <pc:spChg chg="del">
          <ac:chgData name="Sara Camila García Villalobos" userId="b710e7d3-ae4f-4d7e-a78c-093d291e0a1d" providerId="ADAL" clId="{7AE5E61D-8768-499E-A51D-E04FB3B0586F}" dt="2025-11-20T03:47:48.186" v="23" actId="478"/>
          <ac:spMkLst>
            <pc:docMk/>
            <pc:sldMk cId="0" sldId="259"/>
            <ac:spMk id="7" creationId="{00000000-0000-0000-0000-000000000000}"/>
          </ac:spMkLst>
        </pc:spChg>
        <pc:picChg chg="mod">
          <ac:chgData name="Sara Camila García Villalobos" userId="b710e7d3-ae4f-4d7e-a78c-093d291e0a1d" providerId="ADAL" clId="{7AE5E61D-8768-499E-A51D-E04FB3B0586F}" dt="2025-11-20T20:07:36.917" v="88" actId="1076"/>
          <ac:picMkLst>
            <pc:docMk/>
            <pc:sldMk cId="0" sldId="259"/>
            <ac:picMk id="9" creationId="{00000000-0000-0000-0000-000000000000}"/>
          </ac:picMkLst>
        </pc:picChg>
      </pc:sldChg>
      <pc:sldChg chg="addSp delSp modSp mod">
        <pc:chgData name="Sara Camila García Villalobos" userId="b710e7d3-ae4f-4d7e-a78c-093d291e0a1d" providerId="ADAL" clId="{7AE5E61D-8768-499E-A51D-E04FB3B0586F}" dt="2025-11-20T20:05:15.561" v="85" actId="478"/>
        <pc:sldMkLst>
          <pc:docMk/>
          <pc:sldMk cId="0" sldId="260"/>
        </pc:sldMkLst>
        <pc:spChg chg="del mod">
          <ac:chgData name="Sara Camila García Villalobos" userId="b710e7d3-ae4f-4d7e-a78c-093d291e0a1d" providerId="ADAL" clId="{7AE5E61D-8768-499E-A51D-E04FB3B0586F}" dt="2025-11-20T03:47:35.307" v="19"/>
          <ac:spMkLst>
            <pc:docMk/>
            <pc:sldMk cId="0" sldId="260"/>
            <ac:spMk id="4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5-11-20T03:47:56.185" v="25" actId="478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Sara Camila García Villalobos" userId="b710e7d3-ae4f-4d7e-a78c-093d291e0a1d" providerId="ADAL" clId="{7AE5E61D-8768-499E-A51D-E04FB3B0586F}" dt="2025-11-20T20:05:15.561" v="85" actId="478"/>
          <ac:spMkLst>
            <pc:docMk/>
            <pc:sldMk cId="0" sldId="260"/>
            <ac:spMk id="5" creationId="{24491F32-A653-5556-3B9A-9E3E6386D754}"/>
          </ac:spMkLst>
        </pc:spChg>
      </pc:sldChg>
      <pc:sldChg chg="addSp delSp modSp mod">
        <pc:chgData name="Sara Camila García Villalobos" userId="b710e7d3-ae4f-4d7e-a78c-093d291e0a1d" providerId="ADAL" clId="{7AE5E61D-8768-499E-A51D-E04FB3B0586F}" dt="2025-11-20T19:44:22.228" v="82" actId="108"/>
        <pc:sldMkLst>
          <pc:docMk/>
          <pc:sldMk cId="0" sldId="261"/>
        </pc:sldMkLst>
        <pc:spChg chg="del mod">
          <ac:chgData name="Sara Camila García Villalobos" userId="b710e7d3-ae4f-4d7e-a78c-093d291e0a1d" providerId="ADAL" clId="{7AE5E61D-8768-499E-A51D-E04FB3B0586F}" dt="2025-11-20T19:44:13.139" v="79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ara Camila García Villalobos" userId="b710e7d3-ae4f-4d7e-a78c-093d291e0a1d" providerId="ADAL" clId="{7AE5E61D-8768-499E-A51D-E04FB3B0586F}" dt="2025-11-20T03:47:41.045" v="22"/>
          <ac:spMkLst>
            <pc:docMk/>
            <pc:sldMk cId="0" sldId="261"/>
            <ac:spMk id="4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5-11-20T03:47:51.647" v="24" actId="478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Sara Camila García Villalobos" userId="b710e7d3-ae4f-4d7e-a78c-093d291e0a1d" providerId="ADAL" clId="{7AE5E61D-8768-499E-A51D-E04FB3B0586F}" dt="2025-11-20T19:44:22.228" v="82" actId="108"/>
          <ac:spMkLst>
            <pc:docMk/>
            <pc:sldMk cId="0" sldId="261"/>
            <ac:spMk id="5" creationId="{1833BAFB-05A5-B77F-E465-40CEEF7A34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pace Grotesk"/>
              </a:rPr>
              <a:t>Radar Competitivo – Informe Mensual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  <a:latin typeface="Space Grotesk"/>
              </a:rPr>
              <a:t>Corte: 2025-11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Space Grotesk"/>
              </a:rPr>
              <a:t>Resumen</a:t>
            </a:r>
            <a:r>
              <a:rPr sz="2000" b="1" dirty="0">
                <a:solidFill>
                  <a:srgbClr val="FFFFFF"/>
                </a:solidFill>
                <a:latin typeface="Space Grotesk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Space Grotesk"/>
              </a:rPr>
              <a:t>ejecutivo</a:t>
            </a:r>
            <a:endParaRPr sz="2000" b="1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572807"/>
            <a:ext cx="8586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Space Grotesk"/>
              </a:rPr>
              <a:t>UBIMIA lidera el periodo con 63.0 puntos (spread 3.0). Se analizaron 4 competidores y 0 noticias relevantes. Para UBIMIA, principales fortalezas: IA/Automatización, Tracción de mercado; focos de mejora: Integraciones, Implementación.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pace Grotesk"/>
              </a:rPr>
              <a:t>UBIMIA · Reporte generado automáticamente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3D4A1A8-4E51-CE4D-DFB1-7430B1C90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578F8C-3B4F-4AEF-ED20-26463C0B0DE4}"/>
              </a:ext>
            </a:extLst>
          </p:cNvPr>
          <p:cNvSpPr txBox="1"/>
          <p:nvPr/>
        </p:nvSpPr>
        <p:spPr>
          <a:xfrm>
            <a:off x="3023937" y="3264386"/>
            <a:ext cx="614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6D9A23E-E982-F577-505D-34753C7D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679" y="5973712"/>
            <a:ext cx="2082481" cy="589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Radar competitivo (1–5 por eje)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675120"/>
            <a:ext cx="11064240" cy="137160"/>
          </a:xfrm>
          <a:prstGeom prst="rect">
            <a:avLst/>
          </a:prstGeom>
          <a:solidFill>
            <a:srgbClr val="00F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BB52742-E587-5968-5A12-DD049430C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508A593-4579-64D0-29F1-07E9ABACC713}"/>
              </a:ext>
            </a:extLst>
          </p:cNvPr>
          <p:cNvSpPr txBox="1"/>
          <p:nvPr/>
        </p:nvSpPr>
        <p:spPr>
          <a:xfrm>
            <a:off x="6944931" y="1550014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52A35"/>
                </a:solidFill>
                <a:latin typeface="Space Grotesk"/>
              </a:rPr>
              <a:t>Objetivo: comparar capacidades clave entre competidores.</a:t>
            </a:r>
          </a:p>
          <a:p>
            <a:r>
              <a:rPr sz="1200" b="0">
                <a:solidFill>
                  <a:srgbClr val="152A35"/>
                </a:solidFill>
                <a:latin typeface="Space Grotesk"/>
              </a:rPr>
              <a:t>Escala 1–5 por eje con ponderación.</a:t>
            </a:r>
          </a:p>
          <a:p>
            <a:r>
              <a:rPr sz="1200" b="0">
                <a:solidFill>
                  <a:srgbClr val="152A35"/>
                </a:solidFill>
                <a:latin typeface="Space Grotesk"/>
              </a:rPr>
              <a:t>Lectura: figuras grandes y equilibradas indican solidez.</a:t>
            </a:r>
          </a:p>
          <a:p>
            <a:r>
              <a:rPr sz="1200" b="0">
                <a:solidFill>
                  <a:srgbClr val="152A35"/>
                </a:solidFill>
                <a:latin typeface="Space Grotesk"/>
              </a:rPr>
              <a:t>Brechas señalan áreas de oportunidad prioritaria.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C401A1-B8AC-16F3-10A8-07EB9E5CAFAF}"/>
              </a:ext>
            </a:extLst>
          </p:cNvPr>
          <p:cNvSpPr txBox="1"/>
          <p:nvPr/>
        </p:nvSpPr>
        <p:spPr>
          <a:xfrm>
            <a:off x="6944931" y="4376997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52A35"/>
                </a:solidFill>
                <a:latin typeface="Space Grotesk"/>
              </a:rPr>
              <a:t>Integraciones · Implementación · IA/Automatización · Seguridad</a:t>
            </a:r>
          </a:p>
          <a:p>
            <a:r>
              <a:rPr sz="1100" b="0">
                <a:solidFill>
                  <a:srgbClr val="152A35"/>
                </a:solidFill>
                <a:latin typeface="Space Grotesk"/>
              </a:rPr>
              <a:t>Pricing/Valor · Soporte/SLAs · Tracción de mercado</a:t>
            </a:r>
          </a:p>
        </p:txBody>
      </p:sp>
      <p:pic>
        <p:nvPicPr>
          <p:cNvPr id="15" name="Picture 14" descr="radar_202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Ranking y variación mensual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0"/>
            <a:ext cx="11064240" cy="137160"/>
          </a:xfrm>
          <a:prstGeom prst="rect">
            <a:avLst/>
          </a:prstGeom>
          <a:solidFill>
            <a:srgbClr val="00F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8D063-E7F3-E6D4-B4EE-8F6375D7F314}"/>
              </a:ext>
            </a:extLst>
          </p:cNvPr>
          <p:cNvSpPr txBox="1"/>
          <p:nvPr/>
        </p:nvSpPr>
        <p:spPr>
          <a:xfrm>
            <a:off x="548640" y="1184255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52A35"/>
                </a:solidFill>
                <a:latin typeface="Space Grotesk"/>
              </a:rPr>
              <a:t>1. UBIMIA — 63.0</a:t>
            </a:r>
          </a:p>
          <a:p>
            <a:r>
              <a:rPr sz="1600" b="0">
                <a:solidFill>
                  <a:srgbClr val="152A35"/>
                </a:solidFill>
                <a:latin typeface="Space Grotesk"/>
              </a:rPr>
              <a:t>2. Moonflow — 63.0</a:t>
            </a:r>
          </a:p>
          <a:p>
            <a:r>
              <a:rPr sz="1600" b="0">
                <a:solidFill>
                  <a:srgbClr val="152A35"/>
                </a:solidFill>
                <a:latin typeface="Space Grotesk"/>
              </a:rPr>
              <a:t>3. TekProvider — 61.5</a:t>
            </a:r>
          </a:p>
          <a:p>
            <a:r>
              <a:rPr sz="1600" b="0">
                <a:solidFill>
                  <a:srgbClr val="152A35"/>
                </a:solidFill>
                <a:latin typeface="Space Grotesk"/>
              </a:rPr>
              <a:t>4. Anfexi Technologies — 60.0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A000F1DE-5E9E-00FF-A41D-2D4F2B8B2D88}"/>
              </a:ext>
            </a:extLst>
          </p:cNvPr>
          <p:cNvSpPr txBox="1"/>
          <p:nvPr/>
        </p:nvSpPr>
        <p:spPr>
          <a:xfrm>
            <a:off x="7121951" y="1235557"/>
            <a:ext cx="4521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52A35"/>
                </a:solidFill>
                <a:latin typeface="Space Grotesk"/>
              </a:rPr>
              <a:t>UBIMIA encabeza el ranking con 63.0 puntos, por encima de la mediana sectorial (62.2). La dispersión de desempeño se concentra entre 61.1 y 63.0 puntos, lo que sugiere un entorno competitivo estable. Los resultados del periodo confirman posiciones consistentes y brechas claras entre líderes y retadores.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73A8298-57E6-5451-442C-35157FFDD5AA}"/>
              </a:ext>
            </a:extLst>
          </p:cNvPr>
          <p:cNvSpPr txBox="1"/>
          <p:nvPr/>
        </p:nvSpPr>
        <p:spPr>
          <a:xfrm>
            <a:off x="548640" y="4334257"/>
            <a:ext cx="4521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52A35"/>
                </a:solidFill>
                <a:latin typeface="Space Grotesk"/>
              </a:rPr>
              <a:t>Sin histórico del mes anterior.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Brecha vs líder por eje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2A35"/>
                </a:solidFill>
                <a:latin typeface="Space Grotesk"/>
              </a:rPr>
              <a:t>Top 3 prioridades sugeridas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675120"/>
            <a:ext cx="11064240" cy="137160"/>
          </a:xfrm>
          <a:prstGeom prst="rect">
            <a:avLst/>
          </a:prstGeom>
          <a:solidFill>
            <a:srgbClr val="00F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ACB7A7-A10D-F64A-05DE-D2D89114AF39}"/>
              </a:ext>
            </a:extLst>
          </p:cNvPr>
          <p:cNvSpPr txBox="1"/>
          <p:nvPr/>
        </p:nvSpPr>
        <p:spPr>
          <a:xfrm>
            <a:off x="548640" y="5061350"/>
            <a:ext cx="614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52A35"/>
                </a:solidFill>
                <a:latin typeface="Space Grotesk"/>
              </a:rPr>
              <a:t>Top 3 prioridades</a:t>
            </a:r>
          </a:p>
          <a:p>
            <a:r>
              <a:rPr sz="1400" b="0">
                <a:solidFill>
                  <a:srgbClr val="152A35"/>
                </a:solidFill>
                <a:latin typeface="Space Grotesk"/>
              </a:rPr>
              <a:t>• Consolidar propuesta de valor transversal.</a:t>
            </a:r>
          </a:p>
          <a:p>
            <a:r>
              <a:rPr sz="1400" b="0">
                <a:solidFill>
                  <a:srgbClr val="152A35"/>
                </a:solidFill>
                <a:latin typeface="Space Grotesk"/>
              </a:rPr>
              <a:t>• Profundizar integraciones de alto impacto.</a:t>
            </a:r>
          </a:p>
          <a:p>
            <a:r>
              <a:rPr sz="1400" b="0">
                <a:solidFill>
                  <a:srgbClr val="152A35"/>
                </a:solidFill>
                <a:latin typeface="Space Grotesk"/>
              </a:rPr>
              <a:t>• Comunicar avances técnicos a mercado.</a:t>
            </a:r>
          </a:p>
        </p:txBody>
      </p:sp>
      <p:pic>
        <p:nvPicPr>
          <p:cNvPr id="9" name="Picture 8" descr="brechas_202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64046"/>
            <a:ext cx="5047105" cy="3028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Histórico de score total (hasta 3 cortes)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675120"/>
            <a:ext cx="11064240" cy="137160"/>
          </a:xfrm>
          <a:prstGeom prst="rect">
            <a:avLst/>
          </a:prstGeom>
          <a:solidFill>
            <a:srgbClr val="00F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istorico_202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Noticias del periodo (clasificadas)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675120"/>
            <a:ext cx="11064240" cy="137160"/>
          </a:xfrm>
          <a:prstGeom prst="rect">
            <a:avLst/>
          </a:prstGeom>
          <a:solidFill>
            <a:srgbClr val="00F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33BAFB-05A5-B77F-E465-40CEEF7A3436}"/>
              </a:ext>
            </a:extLst>
          </p:cNvPr>
          <p:cNvSpPr txBox="1"/>
          <p:nvPr/>
        </p:nvSpPr>
        <p:spPr>
          <a:xfrm>
            <a:off x="548640" y="12783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2">
                    <a:lumMod val="50000"/>
                  </a:schemeClr>
                </a:solidFill>
                <a:latin typeface="Space Grotesk"/>
              </a:defRPr>
            </a:lvl1pPr>
          </a:lstStyle>
          <a:p>
            <a:r>
              <a:rPr sz="1400" b="0">
                <a:solidFill>
                  <a:srgbClr val="152A35"/>
                </a:solidFill>
                <a:latin typeface="Space Grotesk"/>
              </a:rPr>
              <a:t>Sin noticias relevantes en el periodo.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253</Words>
  <Application>Microsoft Office PowerPoint</Application>
  <PresentationFormat>Panorámica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Camila García Villalobos</cp:lastModifiedBy>
  <cp:revision>2</cp:revision>
  <dcterms:created xsi:type="dcterms:W3CDTF">2013-01-27T09:14:16Z</dcterms:created>
  <dcterms:modified xsi:type="dcterms:W3CDTF">2025-11-20T20:07:42Z</dcterms:modified>
  <cp:category/>
</cp:coreProperties>
</file>
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F4E15-2F9F-4FA0-856E-1DF99A7CBC28}" v="9" dt="2026-01-12T17:45:16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Camila García Villalobos" userId="b710e7d3-ae4f-4d7e-a78c-093d291e0a1d" providerId="ADAL" clId="{7AE5E61D-8768-499E-A51D-E04FB3B0586F}"/>
    <pc:docChg chg="undo custSel addSld delSld modSld modMainMaster">
      <pc:chgData name="Sara Camila García Villalobos" userId="b710e7d3-ae4f-4d7e-a78c-093d291e0a1d" providerId="ADAL" clId="{7AE5E61D-8768-499E-A51D-E04FB3B0586F}" dt="2026-01-12T17:50:08.868" v="90" actId="700"/>
      <pc:docMkLst>
        <pc:docMk/>
      </pc:docMkLst>
      <pc:sldChg chg="addSp delSp modSp mod chgLayout">
        <pc:chgData name="Sara Camila García Villalobos" userId="b710e7d3-ae4f-4d7e-a78c-093d291e0a1d" providerId="ADAL" clId="{7AE5E61D-8768-499E-A51D-E04FB3B0586F}" dt="2026-01-12T17:47:57.579" v="66" actId="1076"/>
        <pc:sldMkLst>
          <pc:docMk/>
          <pc:sldMk cId="0" sldId="256"/>
        </pc:sldMkLst>
        <pc:spChg chg="del">
          <ac:chgData name="Sara Camila García Villalobos" userId="b710e7d3-ae4f-4d7e-a78c-093d291e0a1d" providerId="ADAL" clId="{7AE5E61D-8768-499E-A51D-E04FB3B0586F}" dt="2026-01-12T17:45:54.172" v="14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ra Camila García Villalobos" userId="b710e7d3-ae4f-4d7e-a78c-093d291e0a1d" providerId="ADAL" clId="{7AE5E61D-8768-499E-A51D-E04FB3B0586F}" dt="2026-01-12T17:47:57.579" v="66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ra Camila García Villalobos" userId="b710e7d3-ae4f-4d7e-a78c-093d291e0a1d" providerId="ADAL" clId="{7AE5E61D-8768-499E-A51D-E04FB3B0586F}" dt="2026-01-12T17:47:17.307" v="51" actId="107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Sara Camila García Villalobos" userId="b710e7d3-ae4f-4d7e-a78c-093d291e0a1d" providerId="ADAL" clId="{7AE5E61D-8768-499E-A51D-E04FB3B0586F}" dt="2026-01-12T17:47:11.628" v="49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ra Camila García Villalobos" userId="b710e7d3-ae4f-4d7e-a78c-093d291e0a1d" providerId="ADAL" clId="{7AE5E61D-8768-499E-A51D-E04FB3B0586F}" dt="2026-01-12T17:47:14.299" v="50" actId="1076"/>
          <ac:spMkLst>
            <pc:docMk/>
            <pc:sldMk cId="0" sldId="256"/>
            <ac:spMk id="7" creationId="{00000000-0000-0000-0000-000000000000}"/>
          </ac:spMkLst>
        </pc:spChg>
        <pc:spChg chg="del">
          <ac:chgData name="Sara Camila García Villalobos" userId="b710e7d3-ae4f-4d7e-a78c-093d291e0a1d" providerId="ADAL" clId="{7AE5E61D-8768-499E-A51D-E04FB3B0586F}" dt="2026-01-12T17:47:00.613" v="43" actId="478"/>
          <ac:spMkLst>
            <pc:docMk/>
            <pc:sldMk cId="0" sldId="256"/>
            <ac:spMk id="8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12T17:46:54.380" v="41" actId="478"/>
          <ac:picMkLst>
            <pc:docMk/>
            <pc:sldMk cId="0" sldId="256"/>
            <ac:picMk id="14" creationId="{46D9A23E-E982-F577-505D-34753C7DF8D2}"/>
          </ac:picMkLst>
        </pc:picChg>
      </pc:sldChg>
      <pc:sldChg chg="delSp modSp mod modClrScheme chgLayout">
        <pc:chgData name="Sara Camila García Villalobos" userId="b710e7d3-ae4f-4d7e-a78c-093d291e0a1d" providerId="ADAL" clId="{7AE5E61D-8768-499E-A51D-E04FB3B0586F}" dt="2026-01-12T17:49:04.235" v="72" actId="1076"/>
        <pc:sldMkLst>
          <pc:docMk/>
          <pc:sldMk cId="0" sldId="257"/>
        </pc:sldMkLst>
        <pc:spChg chg="del">
          <ac:chgData name="Sara Camila García Villalobos" userId="b710e7d3-ae4f-4d7e-a78c-093d291e0a1d" providerId="ADAL" clId="{7AE5E61D-8768-499E-A51D-E04FB3B0586F}" dt="2026-01-12T17:48:00.397" v="67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ra Camila García Villalobos" userId="b710e7d3-ae4f-4d7e-a78c-093d291e0a1d" providerId="ADAL" clId="{7AE5E61D-8768-499E-A51D-E04FB3B0586F}" dt="2026-01-12T17:49:01.144" v="71" actId="1076"/>
          <ac:spMkLst>
            <pc:docMk/>
            <pc:sldMk cId="0" sldId="257"/>
            <ac:spMk id="5" creationId="{1508A593-4579-64D0-29F1-07E9ABACC713}"/>
          </ac:spMkLst>
        </pc:spChg>
        <pc:spChg chg="mod">
          <ac:chgData name="Sara Camila García Villalobos" userId="b710e7d3-ae4f-4d7e-a78c-093d291e0a1d" providerId="ADAL" clId="{7AE5E61D-8768-499E-A51D-E04FB3B0586F}" dt="2026-01-12T17:49:04.235" v="72" actId="1076"/>
          <ac:spMkLst>
            <pc:docMk/>
            <pc:sldMk cId="0" sldId="257"/>
            <ac:spMk id="6" creationId="{C2C401A1-B8AC-16F3-10A8-07EB9E5CAFAF}"/>
          </ac:spMkLst>
        </pc:spChg>
        <pc:spChg chg="del mod">
          <ac:chgData name="Sara Camila García Villalobos" userId="b710e7d3-ae4f-4d7e-a78c-093d291e0a1d" providerId="ADAL" clId="{7AE5E61D-8768-499E-A51D-E04FB3B0586F}" dt="2026-01-12T17:48:46.973" v="69" actId="478"/>
          <ac:spMkLst>
            <pc:docMk/>
            <pc:sldMk cId="0" sldId="257"/>
            <ac:spMk id="7" creationId="{00000000-0000-0000-0000-000000000000}"/>
          </ac:spMkLst>
        </pc:spChg>
      </pc:sldChg>
      <pc:sldChg chg="delSp modSp mod modClrScheme chgLayout">
        <pc:chgData name="Sara Camila García Villalobos" userId="b710e7d3-ae4f-4d7e-a78c-093d291e0a1d" providerId="ADAL" clId="{7AE5E61D-8768-499E-A51D-E04FB3B0586F}" dt="2026-01-12T17:49:19.821" v="77" actId="478"/>
        <pc:sldMkLst>
          <pc:docMk/>
          <pc:sldMk cId="0" sldId="258"/>
        </pc:sldMkLst>
        <pc:spChg chg="del">
          <ac:chgData name="Sara Camila García Villalobos" userId="b710e7d3-ae4f-4d7e-a78c-093d291e0a1d" providerId="ADAL" clId="{7AE5E61D-8768-499E-A51D-E04FB3B0586F}" dt="2026-01-12T17:49:19.821" v="77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ra Camila García Villalobos" userId="b710e7d3-ae4f-4d7e-a78c-093d291e0a1d" providerId="ADAL" clId="{7AE5E61D-8768-499E-A51D-E04FB3B0586F}" dt="2026-01-12T17:49:15.498" v="76" actId="1076"/>
          <ac:spMkLst>
            <pc:docMk/>
            <pc:sldMk cId="0" sldId="258"/>
            <ac:spMk id="9" creationId="{A000F1DE-5E9E-00FF-A41D-2D4F2B8B2D88}"/>
          </ac:spMkLst>
        </pc:spChg>
      </pc:sldChg>
      <pc:sldChg chg="delSp modSp mod modClrScheme chgLayout">
        <pc:chgData name="Sara Camila García Villalobos" userId="b710e7d3-ae4f-4d7e-a78c-093d291e0a1d" providerId="ADAL" clId="{7AE5E61D-8768-499E-A51D-E04FB3B0586F}" dt="2026-01-12T17:49:54.743" v="86" actId="1076"/>
        <pc:sldMkLst>
          <pc:docMk/>
          <pc:sldMk cId="0" sldId="259"/>
        </pc:sldMkLst>
        <pc:spChg chg="del">
          <ac:chgData name="Sara Camila García Villalobos" userId="b710e7d3-ae4f-4d7e-a78c-093d291e0a1d" providerId="ADAL" clId="{7AE5E61D-8768-499E-A51D-E04FB3B0586F}" dt="2026-01-12T17:49:49.320" v="84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ra Camila García Villalobos" userId="b710e7d3-ae4f-4d7e-a78c-093d291e0a1d" providerId="ADAL" clId="{7AE5E61D-8768-499E-A51D-E04FB3B0586F}" dt="2026-01-12T17:49:54.743" v="86" actId="1076"/>
          <ac:spMkLst>
            <pc:docMk/>
            <pc:sldMk cId="0" sldId="259"/>
            <ac:spMk id="5" creationId="{00000000-0000-0000-0000-000000000000}"/>
          </ac:spMkLst>
        </pc:spChg>
        <pc:spChg chg="del">
          <ac:chgData name="Sara Camila García Villalobos" userId="b710e7d3-ae4f-4d7e-a78c-093d291e0a1d" providerId="ADAL" clId="{7AE5E61D-8768-499E-A51D-E04FB3B0586F}" dt="2026-01-12T17:49:22.478" v="78" actId="478"/>
          <ac:spMkLst>
            <pc:docMk/>
            <pc:sldMk cId="0" sldId="259"/>
            <ac:spMk id="8" creationId="{00000000-0000-0000-0000-000000000000}"/>
          </ac:spMkLst>
        </pc:spChg>
      </pc:sldChg>
      <pc:sldChg chg="delSp mod modClrScheme chgLayout">
        <pc:chgData name="Sara Camila García Villalobos" userId="b710e7d3-ae4f-4d7e-a78c-093d291e0a1d" providerId="ADAL" clId="{7AE5E61D-8768-499E-A51D-E04FB3B0586F}" dt="2026-01-12T17:50:01.175" v="89" actId="700"/>
        <pc:sldMkLst>
          <pc:docMk/>
          <pc:sldMk cId="0" sldId="260"/>
        </pc:sldMkLst>
        <pc:spChg chg="del">
          <ac:chgData name="Sara Camila García Villalobos" userId="b710e7d3-ae4f-4d7e-a78c-093d291e0a1d" providerId="ADAL" clId="{7AE5E61D-8768-499E-A51D-E04FB3B0586F}" dt="2026-01-12T17:49:58.137" v="88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Sara Camila García Villalobos" userId="b710e7d3-ae4f-4d7e-a78c-093d291e0a1d" providerId="ADAL" clId="{7AE5E61D-8768-499E-A51D-E04FB3B0586F}" dt="2026-01-12T17:49:57.510" v="87" actId="478"/>
          <ac:spMkLst>
            <pc:docMk/>
            <pc:sldMk cId="0" sldId="260"/>
            <ac:spMk id="6" creationId="{00000000-0000-0000-0000-000000000000}"/>
          </ac:spMkLst>
        </pc:spChg>
      </pc:sldChg>
      <pc:sldChg chg="delSp mod modClrScheme chgLayout">
        <pc:chgData name="Sara Camila García Villalobos" userId="b710e7d3-ae4f-4d7e-a78c-093d291e0a1d" providerId="ADAL" clId="{7AE5E61D-8768-499E-A51D-E04FB3B0586F}" dt="2026-01-12T17:50:08.868" v="90" actId="700"/>
        <pc:sldMkLst>
          <pc:docMk/>
          <pc:sldMk cId="0" sldId="261"/>
        </pc:sldMkLst>
        <pc:spChg chg="del">
          <ac:chgData name="Sara Camila García Villalobos" userId="b710e7d3-ae4f-4d7e-a78c-093d291e0a1d" providerId="ADAL" clId="{7AE5E61D-8768-499E-A51D-E04FB3B0586F}" dt="2026-01-12T17:49:24.185" v="79" actId="478"/>
          <ac:spMkLst>
            <pc:docMk/>
            <pc:sldMk cId="0" sldId="261"/>
            <ac:spMk id="6" creationId="{00000000-0000-0000-0000-000000000000}"/>
          </ac:spMkLst>
        </pc:spChg>
      </pc:sldChg>
      <pc:sldChg chg="new del">
        <pc:chgData name="Sara Camila García Villalobos" userId="b710e7d3-ae4f-4d7e-a78c-093d291e0a1d" providerId="ADAL" clId="{7AE5E61D-8768-499E-A51D-E04FB3B0586F}" dt="2026-01-12T17:49:31.401" v="81" actId="47"/>
        <pc:sldMkLst>
          <pc:docMk/>
          <pc:sldMk cId="3523672139" sldId="262"/>
        </pc:sldMkLst>
      </pc:sldChg>
      <pc:sldMasterChg chg="modSldLayout">
        <pc:chgData name="Sara Camila García Villalobos" userId="b710e7d3-ae4f-4d7e-a78c-093d291e0a1d" providerId="ADAL" clId="{7AE5E61D-8768-499E-A51D-E04FB3B0586F}" dt="2026-01-12T17:45:16.660" v="9"/>
        <pc:sldMasterMkLst>
          <pc:docMk/>
          <pc:sldMasterMk cId="2209977519" sldId="2147483648"/>
        </pc:sldMasterMkLst>
        <pc:sldLayoutChg chg="delSp mod setBg">
          <pc:chgData name="Sara Camila García Villalobos" userId="b710e7d3-ae4f-4d7e-a78c-093d291e0a1d" providerId="ADAL" clId="{7AE5E61D-8768-499E-A51D-E04FB3B0586F}" dt="2026-01-12T17:44:58.146" v="5" actId="478"/>
          <pc:sldLayoutMkLst>
            <pc:docMk/>
            <pc:sldMasterMk cId="2209977519" sldId="2147483648"/>
            <pc:sldLayoutMk cId="1212999818" sldId="2147483655"/>
          </pc:sldLayoutMkLst>
          <pc:spChg chg="del">
            <ac:chgData name="Sara Camila García Villalobos" userId="b710e7d3-ae4f-4d7e-a78c-093d291e0a1d" providerId="ADAL" clId="{7AE5E61D-8768-499E-A51D-E04FB3B0586F}" dt="2026-01-12T17:44:56.155" v="3" actId="478"/>
            <ac:spMkLst>
              <pc:docMk/>
              <pc:sldMasterMk cId="2209977519" sldId="2147483648"/>
              <pc:sldLayoutMk cId="1212999818" sldId="2147483655"/>
              <ac:spMk id="2" creationId="{00000000-0000-0000-0000-000000000000}"/>
            </ac:spMkLst>
          </pc:spChg>
          <pc:spChg chg="del">
            <ac:chgData name="Sara Camila García Villalobos" userId="b710e7d3-ae4f-4d7e-a78c-093d291e0a1d" providerId="ADAL" clId="{7AE5E61D-8768-499E-A51D-E04FB3B0586F}" dt="2026-01-12T17:44:57.358" v="4" actId="478"/>
            <ac:spMkLst>
              <pc:docMk/>
              <pc:sldMasterMk cId="2209977519" sldId="2147483648"/>
              <pc:sldLayoutMk cId="1212999818" sldId="2147483655"/>
              <ac:spMk id="3" creationId="{00000000-0000-0000-0000-000000000000}"/>
            </ac:spMkLst>
          </pc:spChg>
          <pc:spChg chg="del">
            <ac:chgData name="Sara Camila García Villalobos" userId="b710e7d3-ae4f-4d7e-a78c-093d291e0a1d" providerId="ADAL" clId="{7AE5E61D-8768-499E-A51D-E04FB3B0586F}" dt="2026-01-12T17:44:58.146" v="5" actId="478"/>
            <ac:spMkLst>
              <pc:docMk/>
              <pc:sldMasterMk cId="2209977519" sldId="2147483648"/>
              <pc:sldLayoutMk cId="1212999818" sldId="2147483655"/>
              <ac:spMk id="4" creationId="{00000000-0000-0000-0000-000000000000}"/>
            </ac:spMkLst>
          </pc:spChg>
        </pc:sldLayoutChg>
        <pc:sldLayoutChg chg="setBg">
          <pc:chgData name="Sara Camila García Villalobos" userId="b710e7d3-ae4f-4d7e-a78c-093d291e0a1d" providerId="ADAL" clId="{7AE5E61D-8768-499E-A51D-E04FB3B0586F}" dt="2026-01-12T17:45:08.596" v="7"/>
          <pc:sldLayoutMkLst>
            <pc:docMk/>
            <pc:sldMasterMk cId="2209977519" sldId="2147483648"/>
            <pc:sldLayoutMk cId="1554171263" sldId="2147483656"/>
          </pc:sldLayoutMkLst>
        </pc:sldLayoutChg>
        <pc:sldLayoutChg chg="setBg">
          <pc:chgData name="Sara Camila García Villalobos" userId="b710e7d3-ae4f-4d7e-a78c-093d291e0a1d" providerId="ADAL" clId="{7AE5E61D-8768-499E-A51D-E04FB3B0586F}" dt="2026-01-12T17:45:16.660" v="9"/>
          <pc:sldLayoutMkLst>
            <pc:docMk/>
            <pc:sldMasterMk cId="2209977519" sldId="2147483648"/>
            <pc:sldLayoutMk cId="70101410" sldId="214748365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17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0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51080" y="1280139"/>
            <a:ext cx="54790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Radar </a:t>
            </a:r>
            <a:r>
              <a:rPr sz="4000" b="1" dirty="0" err="1">
                <a:solidFill>
                  <a:schemeClr val="tx2">
                    <a:lumMod val="50000"/>
                  </a:schemeClr>
                </a:solidFill>
                <a:latin typeface="Space Grotesk"/>
              </a:rPr>
              <a:t>Competitivo</a:t>
            </a:r>
            <a:r>
              <a:rPr lang="es-MX" sz="4000" b="1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: </a:t>
            </a:r>
          </a:p>
          <a:p>
            <a:pPr algn="l"/>
            <a:r>
              <a:rPr sz="4000" b="1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Informe </a:t>
            </a:r>
            <a:r>
              <a:rPr sz="4000" b="1" dirty="0" err="1">
                <a:solidFill>
                  <a:schemeClr val="tx2">
                    <a:lumMod val="50000"/>
                  </a:schemeClr>
                </a:solidFill>
                <a:latin typeface="Space Grotesk"/>
              </a:rPr>
              <a:t>Mensual</a:t>
            </a:r>
            <a:endParaRPr sz="4000" b="1" dirty="0">
              <a:solidFill>
                <a:schemeClr val="tx2">
                  <a:lumMod val="50000"/>
                </a:schemeClr>
              </a:solidFill>
              <a:latin typeface="Space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29443" y="302424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Corte: 2025-11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9443" y="3473754"/>
            <a:ext cx="5441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chemeClr val="tx2">
                    <a:lumMod val="50000"/>
                  </a:schemeClr>
                </a:solidFill>
                <a:latin typeface="Space Grotesk"/>
              </a:rPr>
              <a:t>Resumen</a:t>
            </a:r>
            <a:r>
              <a:rPr sz="2000" b="1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 </a:t>
            </a:r>
            <a:r>
              <a:rPr sz="2000" b="1" dirty="0" err="1">
                <a:solidFill>
                  <a:schemeClr val="tx2">
                    <a:lumMod val="50000"/>
                  </a:schemeClr>
                </a:solidFill>
                <a:latin typeface="Space Grotesk"/>
              </a:rPr>
              <a:t>ejecutivo</a:t>
            </a:r>
            <a:endParaRPr sz="2000" b="1" dirty="0">
              <a:solidFill>
                <a:schemeClr val="tx2">
                  <a:lumMod val="50000"/>
                </a:schemeClr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29443" y="4054380"/>
            <a:ext cx="42458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{{RESUMEN_EJECUTIVO}}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3D4A1A8-4E51-CE4D-DFB1-7430B1C90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578F8C-3B4F-4AEF-ED20-26463C0B0DE4}"/>
              </a:ext>
            </a:extLst>
          </p:cNvPr>
          <p:cNvSpPr txBox="1"/>
          <p:nvPr/>
        </p:nvSpPr>
        <p:spPr>
          <a:xfrm>
            <a:off x="3023937" y="3264386"/>
            <a:ext cx="6144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Radar competitivo (1–5 por eje)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132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BB52742-E587-5968-5A12-DD049430C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1508A593-4579-64D0-29F1-07E9ABACC713}"/>
              </a:ext>
            </a:extLst>
          </p:cNvPr>
          <p:cNvSpPr txBox="1"/>
          <p:nvPr/>
        </p:nvSpPr>
        <p:spPr>
          <a:xfrm>
            <a:off x="713814" y="1550014"/>
            <a:ext cx="5102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{{EXPLICACION_RADAR}}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2C401A1-B8AC-16F3-10A8-07EB9E5CAFAF}"/>
              </a:ext>
            </a:extLst>
          </p:cNvPr>
          <p:cNvSpPr txBox="1"/>
          <p:nvPr/>
        </p:nvSpPr>
        <p:spPr>
          <a:xfrm>
            <a:off x="713814" y="4069220"/>
            <a:ext cx="5102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{{DESCRIPCION_EJES}}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Ranking y variación mensual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8D063-E7F3-E6D4-B4EE-8F6375D7F314}"/>
              </a:ext>
            </a:extLst>
          </p:cNvPr>
          <p:cNvSpPr txBox="1"/>
          <p:nvPr/>
        </p:nvSpPr>
        <p:spPr>
          <a:xfrm>
            <a:off x="548640" y="1184255"/>
            <a:ext cx="5102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{{TABLA_RANKING}}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A000F1DE-5E9E-00FF-A41D-2D4F2B8B2D88}"/>
              </a:ext>
            </a:extLst>
          </p:cNvPr>
          <p:cNvSpPr txBox="1"/>
          <p:nvPr/>
        </p:nvSpPr>
        <p:spPr>
          <a:xfrm>
            <a:off x="6989975" y="3285240"/>
            <a:ext cx="4521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{{TEXTO_ANALISIS_DESEMPENO}}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573A8298-57E6-5451-442C-35157FFDD5AA}"/>
              </a:ext>
            </a:extLst>
          </p:cNvPr>
          <p:cNvSpPr txBox="1"/>
          <p:nvPr/>
        </p:nvSpPr>
        <p:spPr>
          <a:xfrm>
            <a:off x="548640" y="4334257"/>
            <a:ext cx="4521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{{TABLA_DELTAS}}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Brecha vs líder por eje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152A35"/>
                </a:solidFill>
                <a:latin typeface="Space Grotesk"/>
              </a:rPr>
              <a:t>Top 3 </a:t>
            </a:r>
            <a:r>
              <a:rPr sz="2400" b="1" dirty="0" err="1">
                <a:solidFill>
                  <a:srgbClr val="152A35"/>
                </a:solidFill>
                <a:latin typeface="Space Grotesk"/>
              </a:rPr>
              <a:t>prioridades</a:t>
            </a:r>
            <a:r>
              <a:rPr sz="2400" b="1" dirty="0">
                <a:solidFill>
                  <a:srgbClr val="152A35"/>
                </a:solidFill>
                <a:latin typeface="Space Grotesk"/>
              </a:rPr>
              <a:t> </a:t>
            </a:r>
            <a:r>
              <a:rPr sz="2400" b="1" dirty="0" err="1">
                <a:solidFill>
                  <a:srgbClr val="152A35"/>
                </a:solidFill>
                <a:latin typeface="Space Grotesk"/>
              </a:rPr>
              <a:t>sugeridas</a:t>
            </a:r>
            <a:endParaRPr sz="2400" b="1" dirty="0">
              <a:solidFill>
                <a:srgbClr val="152A35"/>
              </a:solidFill>
              <a:latin typeface="Space Grotesk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ACB7A7-A10D-F64A-05DE-D2D89114AF39}"/>
              </a:ext>
            </a:extLst>
          </p:cNvPr>
          <p:cNvSpPr txBox="1"/>
          <p:nvPr/>
        </p:nvSpPr>
        <p:spPr>
          <a:xfrm>
            <a:off x="548640" y="5061350"/>
            <a:ext cx="614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chemeClr val="tx2">
                    <a:lumMod val="50000"/>
                  </a:schemeClr>
                </a:solidFill>
                <a:latin typeface="Space Grotesk"/>
              </a:rPr>
              <a:t>{{TOP3_PRIORIDADES}}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Histórico de score total (hasta 3 cortes)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52A35"/>
                </a:solidFill>
                <a:latin typeface="Space Grotesk"/>
              </a:rPr>
              <a:t>Noticias del periodo (clasificadas)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33BAFB-05A5-B77F-E465-40CEEF7A3436}"/>
              </a:ext>
            </a:extLst>
          </p:cNvPr>
          <p:cNvSpPr txBox="1"/>
          <p:nvPr/>
        </p:nvSpPr>
        <p:spPr>
          <a:xfrm>
            <a:off x="548640" y="12783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2">
                    <a:lumMod val="50000"/>
                  </a:schemeClr>
                </a:solidFill>
                <a:latin typeface="Space Grotesk"/>
              </a:defRPr>
            </a:lvl1pPr>
          </a:lstStyle>
          <a:p>
            <a:r>
              <a:rPr lang="es-MX" dirty="0"/>
              <a:t>{{TABLA_NOTICIAS}}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4510</TotalTime>
  <Words>87</Words>
  <Application>Microsoft Office PowerPoint</Application>
  <PresentationFormat>Panorámica</PresentationFormat>
  <Paragraphs>18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 Camila García Villalobos</cp:lastModifiedBy>
  <cp:revision>2</cp:revision>
  <dcterms:created xsi:type="dcterms:W3CDTF">2013-01-27T09:14:16Z</dcterms:created>
  <dcterms:modified xsi:type="dcterms:W3CDTF">2026-01-12T17:50:14Z</dcterms:modified>
  <cp:category/>
</cp:coreProperties>
</file>
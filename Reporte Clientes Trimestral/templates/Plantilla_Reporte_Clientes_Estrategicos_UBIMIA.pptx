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HK Grotesk" panose="020B0604020202020204" charset="0"/>
      <p:regular r:id="rId8"/>
    </p:embeddedFont>
    <p:embeddedFont>
      <p:font typeface="HK Grotesk Bold" panose="020B0604020202020204" charset="0"/>
      <p:regular r:id="rId9"/>
    </p:embeddedFont>
    <p:embeddedFont>
      <p:font typeface="HK Grotesk Medium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4AEDC8-FD56-420F-A351-FCB23DE43F55}" v="16" dt="2026-01-08T06:26:04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84" y="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Camila García Villalobos" userId="b710e7d3-ae4f-4d7e-a78c-093d291e0a1d" providerId="ADAL" clId="{7AE5E61D-8768-499E-A51D-E04FB3B0586F}"/>
    <pc:docChg chg="custSel addSld delSld modSld">
      <pc:chgData name="Sara Camila García Villalobos" userId="b710e7d3-ae4f-4d7e-a78c-093d291e0a1d" providerId="ADAL" clId="{7AE5E61D-8768-499E-A51D-E04FB3B0586F}" dt="2026-01-08T06:27:35.520" v="19" actId="700"/>
      <pc:docMkLst>
        <pc:docMk/>
      </pc:docMkLst>
      <pc:sldChg chg="delSp mod modClrScheme chgLayout">
        <pc:chgData name="Sara Camila García Villalobos" userId="b710e7d3-ae4f-4d7e-a78c-093d291e0a1d" providerId="ADAL" clId="{7AE5E61D-8768-499E-A51D-E04FB3B0586F}" dt="2026-01-08T06:27:13.991" v="13" actId="478"/>
        <pc:sldMkLst>
          <pc:docMk/>
          <pc:sldMk cId="0" sldId="256"/>
        </pc:sldMkLst>
        <pc:spChg chg="del">
          <ac:chgData name="Sara Camila García Villalobos" userId="b710e7d3-ae4f-4d7e-a78c-093d291e0a1d" providerId="ADAL" clId="{7AE5E61D-8768-499E-A51D-E04FB3B0586F}" dt="2026-01-08T06:27:13.991" v="13" actId="478"/>
          <ac:spMkLst>
            <pc:docMk/>
            <pc:sldMk cId="0" sldId="256"/>
            <ac:spMk id="7" creationId="{00000000-0000-0000-0000-000000000000}"/>
          </ac:spMkLst>
        </pc:spChg>
        <pc:picChg chg="del">
          <ac:chgData name="Sara Camila García Villalobos" userId="b710e7d3-ae4f-4d7e-a78c-093d291e0a1d" providerId="ADAL" clId="{7AE5E61D-8768-499E-A51D-E04FB3B0586F}" dt="2026-01-08T06:26:44.179" v="1" actId="478"/>
          <ac:picMkLst>
            <pc:docMk/>
            <pc:sldMk cId="0" sldId="256"/>
            <ac:picMk id="10" creationId="{A5E52387-2343-B4E0-8492-DE11D0138CA0}"/>
          </ac:picMkLst>
        </pc:picChg>
      </pc:sldChg>
      <pc:sldChg chg="delSp mod modClrScheme chgLayout">
        <pc:chgData name="Sara Camila García Villalobos" userId="b710e7d3-ae4f-4d7e-a78c-093d291e0a1d" providerId="ADAL" clId="{7AE5E61D-8768-499E-A51D-E04FB3B0586F}" dt="2026-01-08T06:27:16.693" v="14" actId="478"/>
        <pc:sldMkLst>
          <pc:docMk/>
          <pc:sldMk cId="0" sldId="257"/>
        </pc:sldMkLst>
        <pc:spChg chg="del">
          <ac:chgData name="Sara Camila García Villalobos" userId="b710e7d3-ae4f-4d7e-a78c-093d291e0a1d" providerId="ADAL" clId="{7AE5E61D-8768-499E-A51D-E04FB3B0586F}" dt="2026-01-08T06:27:16.693" v="14" actId="478"/>
          <ac:spMkLst>
            <pc:docMk/>
            <pc:sldMk cId="0" sldId="257"/>
            <ac:spMk id="8" creationId="{00000000-0000-0000-0000-000000000000}"/>
          </ac:spMkLst>
        </pc:spChg>
        <pc:picChg chg="del">
          <ac:chgData name="Sara Camila García Villalobos" userId="b710e7d3-ae4f-4d7e-a78c-093d291e0a1d" providerId="ADAL" clId="{7AE5E61D-8768-499E-A51D-E04FB3B0586F}" dt="2026-01-08T06:26:49.286" v="3" actId="478"/>
          <ac:picMkLst>
            <pc:docMk/>
            <pc:sldMk cId="0" sldId="257"/>
            <ac:picMk id="11" creationId="{5A5E9C24-79C0-2DC5-5B98-38A931DCE1B9}"/>
          </ac:picMkLst>
        </pc:picChg>
      </pc:sldChg>
      <pc:sldChg chg="delSp mod modClrScheme chgLayout">
        <pc:chgData name="Sara Camila García Villalobos" userId="b710e7d3-ae4f-4d7e-a78c-093d291e0a1d" providerId="ADAL" clId="{7AE5E61D-8768-499E-A51D-E04FB3B0586F}" dt="2026-01-08T06:27:05.705" v="9" actId="478"/>
        <pc:sldMkLst>
          <pc:docMk/>
          <pc:sldMk cId="0" sldId="258"/>
        </pc:sldMkLst>
        <pc:spChg chg="del">
          <ac:chgData name="Sara Camila García Villalobos" userId="b710e7d3-ae4f-4d7e-a78c-093d291e0a1d" providerId="ADAL" clId="{7AE5E61D-8768-499E-A51D-E04FB3B0586F}" dt="2026-01-08T06:27:05.705" v="9" actId="478"/>
          <ac:spMkLst>
            <pc:docMk/>
            <pc:sldMk cId="0" sldId="258"/>
            <ac:spMk id="4" creationId="{00000000-0000-0000-0000-000000000000}"/>
          </ac:spMkLst>
        </pc:spChg>
        <pc:picChg chg="del">
          <ac:chgData name="Sara Camila García Villalobos" userId="b710e7d3-ae4f-4d7e-a78c-093d291e0a1d" providerId="ADAL" clId="{7AE5E61D-8768-499E-A51D-E04FB3B0586F}" dt="2026-01-08T06:26:56.483" v="5" actId="478"/>
          <ac:picMkLst>
            <pc:docMk/>
            <pc:sldMk cId="0" sldId="258"/>
            <ac:picMk id="11" creationId="{BAA36BC3-E084-CEBA-229A-AFB290B0755A}"/>
          </ac:picMkLst>
        </pc:picChg>
      </pc:sldChg>
      <pc:sldChg chg="delSp mod modClrScheme chgLayout">
        <pc:chgData name="Sara Camila García Villalobos" userId="b710e7d3-ae4f-4d7e-a78c-093d291e0a1d" providerId="ADAL" clId="{7AE5E61D-8768-499E-A51D-E04FB3B0586F}" dt="2026-01-08T06:27:22.096" v="15" actId="700"/>
        <pc:sldMkLst>
          <pc:docMk/>
          <pc:sldMk cId="0" sldId="259"/>
        </pc:sldMkLst>
        <pc:spChg chg="del">
          <ac:chgData name="Sara Camila García Villalobos" userId="b710e7d3-ae4f-4d7e-a78c-093d291e0a1d" providerId="ADAL" clId="{7AE5E61D-8768-499E-A51D-E04FB3B0586F}" dt="2026-01-08T06:27:07.599" v="10" actId="478"/>
          <ac:spMkLst>
            <pc:docMk/>
            <pc:sldMk cId="0" sldId="259"/>
            <ac:spMk id="4" creationId="{00000000-0000-0000-0000-000000000000}"/>
          </ac:spMkLst>
        </pc:spChg>
        <pc:picChg chg="del">
          <ac:chgData name="Sara Camila García Villalobos" userId="b710e7d3-ae4f-4d7e-a78c-093d291e0a1d" providerId="ADAL" clId="{7AE5E61D-8768-499E-A51D-E04FB3B0586F}" dt="2026-01-08T06:26:58.687" v="6" actId="478"/>
          <ac:picMkLst>
            <pc:docMk/>
            <pc:sldMk cId="0" sldId="259"/>
            <ac:picMk id="12" creationId="{D00DA70D-8E20-0584-1BEA-4185684DDA78}"/>
          </ac:picMkLst>
        </pc:picChg>
      </pc:sldChg>
      <pc:sldChg chg="delSp mod modClrScheme chgLayout">
        <pc:chgData name="Sara Camila García Villalobos" userId="b710e7d3-ae4f-4d7e-a78c-093d291e0a1d" providerId="ADAL" clId="{7AE5E61D-8768-499E-A51D-E04FB3B0586F}" dt="2026-01-08T06:27:30.264" v="18" actId="700"/>
        <pc:sldMkLst>
          <pc:docMk/>
          <pc:sldMk cId="0" sldId="260"/>
        </pc:sldMkLst>
        <pc:spChg chg="del">
          <ac:chgData name="Sara Camila García Villalobos" userId="b710e7d3-ae4f-4d7e-a78c-093d291e0a1d" providerId="ADAL" clId="{7AE5E61D-8768-499E-A51D-E04FB3B0586F}" dt="2026-01-08T06:27:10.077" v="11" actId="478"/>
          <ac:spMkLst>
            <pc:docMk/>
            <pc:sldMk cId="0" sldId="260"/>
            <ac:spMk id="4" creationId="{00000000-0000-0000-0000-000000000000}"/>
          </ac:spMkLst>
        </pc:spChg>
        <pc:picChg chg="del">
          <ac:chgData name="Sara Camila García Villalobos" userId="b710e7d3-ae4f-4d7e-a78c-093d291e0a1d" providerId="ADAL" clId="{7AE5E61D-8768-499E-A51D-E04FB3B0586F}" dt="2026-01-08T06:27:01.701" v="8" actId="478"/>
          <ac:picMkLst>
            <pc:docMk/>
            <pc:sldMk cId="0" sldId="260"/>
            <ac:picMk id="11" creationId="{D104C4A0-FEB7-B2F9-4BD7-67AD60ABDE83}"/>
          </ac:picMkLst>
        </pc:picChg>
      </pc:sldChg>
      <pc:sldChg chg="delSp mod modClrScheme chgLayout">
        <pc:chgData name="Sara Camila García Villalobos" userId="b710e7d3-ae4f-4d7e-a78c-093d291e0a1d" providerId="ADAL" clId="{7AE5E61D-8768-499E-A51D-E04FB3B0586F}" dt="2026-01-08T06:27:35.520" v="19" actId="700"/>
        <pc:sldMkLst>
          <pc:docMk/>
          <pc:sldMk cId="0" sldId="261"/>
        </pc:sldMkLst>
        <pc:spChg chg="del">
          <ac:chgData name="Sara Camila García Villalobos" userId="b710e7d3-ae4f-4d7e-a78c-093d291e0a1d" providerId="ADAL" clId="{7AE5E61D-8768-499E-A51D-E04FB3B0586F}" dt="2026-01-08T06:27:12.211" v="12" actId="478"/>
          <ac:spMkLst>
            <pc:docMk/>
            <pc:sldMk cId="0" sldId="261"/>
            <ac:spMk id="4" creationId="{00000000-0000-0000-0000-000000000000}"/>
          </ac:spMkLst>
        </pc:spChg>
        <pc:picChg chg="del">
          <ac:chgData name="Sara Camila García Villalobos" userId="b710e7d3-ae4f-4d7e-a78c-093d291e0a1d" providerId="ADAL" clId="{7AE5E61D-8768-499E-A51D-E04FB3B0586F}" dt="2026-01-08T06:27:00.455" v="7" actId="478"/>
          <ac:picMkLst>
            <pc:docMk/>
            <pc:sldMk cId="0" sldId="261"/>
            <ac:picMk id="10" creationId="{E56D3935-5D33-7874-4A84-8EE349FA6E98}"/>
          </ac:picMkLst>
        </pc:picChg>
      </pc:sldChg>
      <pc:sldChg chg="new del">
        <pc:chgData name="Sara Camila García Villalobos" userId="b710e7d3-ae4f-4d7e-a78c-093d291e0a1d" providerId="ADAL" clId="{7AE5E61D-8768-499E-A51D-E04FB3B0586F}" dt="2026-01-08T06:27:27.677" v="17" actId="47"/>
        <pc:sldMkLst>
          <pc:docMk/>
          <pc:sldMk cId="359410110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1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67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671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4891F9B-3F6A-16B3-8242-F6693BB4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FA211-A4CE-42A3-964E-F595C644793E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C7A85F-418B-821D-9DD2-64C42C2CB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505A21-D517-45F3-6237-B05630B8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520BE-2D8B-459A-9176-2832322DFB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2049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D203A28-31C8-7A15-E91B-531857DE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0EDA1C-EC92-CC46-E521-2BD0D4A85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237037-7446-6566-41AD-5D182E556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FA211-A4CE-42A3-964E-F595C644793E}" type="datetimeFigureOut">
              <a:rPr lang="es-MX" smtClean="0"/>
              <a:t>08/01/2026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A5AFE-2B7A-EABC-6A4C-0CFEEB624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83BE75-8D90-823D-AB1E-3AC099685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1520BE-2D8B-459A-9176-2832322DFB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90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9156032" y="2705100"/>
            <a:ext cx="8610100" cy="1786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7000" b="1" dirty="0" err="1">
                <a:solidFill>
                  <a:srgbClr val="04F2B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Clientes</a:t>
            </a:r>
            <a:r>
              <a:rPr lang="en-US" sz="7000" b="1" dirty="0">
                <a:solidFill>
                  <a:srgbClr val="04F2B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7000" b="1" dirty="0" err="1">
                <a:solidFill>
                  <a:srgbClr val="04F2B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Estrategicos</a:t>
            </a:r>
            <a:endParaRPr lang="en-US" sz="7000" b="1" dirty="0">
              <a:solidFill>
                <a:srgbClr val="04F2BA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6860"/>
              </a:lnSpc>
            </a:pPr>
            <a:r>
              <a:rPr lang="en-US" sz="7000" b="1" dirty="0" err="1">
                <a:solidFill>
                  <a:srgbClr val="182833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ubimia</a:t>
            </a:r>
            <a:endParaRPr lang="en-US" sz="7000" b="1" dirty="0">
              <a:solidFill>
                <a:srgbClr val="182833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383291" y="5177589"/>
            <a:ext cx="6884656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dirty="0" err="1">
                <a:solidFill>
                  <a:srgbClr val="2F354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Reporte</a:t>
            </a:r>
            <a:r>
              <a:rPr lang="en-US" sz="2799" b="1" dirty="0">
                <a:solidFill>
                  <a:srgbClr val="2F354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Trimestral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2F354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Periodo</a:t>
            </a:r>
            <a:r>
              <a:rPr lang="en-US" sz="2799" b="1" dirty="0">
                <a:solidFill>
                  <a:srgbClr val="2F354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: {PERIODO}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77378" y="2469027"/>
            <a:ext cx="6824531" cy="5575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1"/>
              </a:lnSpc>
            </a:pP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El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presente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reporte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consolida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la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información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correspondiente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al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periodo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{PERIODO}</a:t>
            </a:r>
          </a:p>
          <a:p>
            <a:pPr algn="l">
              <a:lnSpc>
                <a:spcPts val="3711"/>
              </a:lnSpc>
            </a:pP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para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los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clientes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estratégicos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de UBIMIA:</a:t>
            </a:r>
          </a:p>
          <a:p>
            <a:pPr algn="l">
              <a:lnSpc>
                <a:spcPts val="3711"/>
              </a:lnSpc>
            </a:pPr>
            <a:endParaRPr lang="en-US" sz="2651" dirty="0">
              <a:solidFill>
                <a:srgbClr val="182833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711"/>
              </a:lnSpc>
            </a:pP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{LISTA_CLIENTES}</a:t>
            </a:r>
          </a:p>
          <a:p>
            <a:pPr algn="l">
              <a:lnSpc>
                <a:spcPts val="3711"/>
              </a:lnSpc>
            </a:pPr>
            <a:endParaRPr lang="en-US" sz="2651" dirty="0">
              <a:solidFill>
                <a:srgbClr val="182833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711"/>
              </a:lnSpc>
            </a:pP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En las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siguientes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secciones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se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presentan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,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por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cliente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,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los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principales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hallazgos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del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trimestre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</a:p>
          <a:p>
            <a:pPr algn="l">
              <a:lnSpc>
                <a:spcPts val="3711"/>
              </a:lnSpc>
            </a:pP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noticias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relevantes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,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indicadores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estratégicos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(KPIs) y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oportunidades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de </a:t>
            </a: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colaboración</a:t>
            </a:r>
            <a:endParaRPr lang="en-US" sz="2651" dirty="0">
              <a:solidFill>
                <a:srgbClr val="182833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711"/>
              </a:lnSpc>
              <a:spcBef>
                <a:spcPct val="0"/>
              </a:spcBef>
            </a:pPr>
            <a:r>
              <a:rPr lang="en-US" sz="2651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identificadas</a:t>
            </a:r>
            <a:r>
              <a:rPr lang="en-US" sz="2651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para UBIMIA.</a:t>
            </a:r>
          </a:p>
          <a:p>
            <a:pPr algn="l">
              <a:lnSpc>
                <a:spcPts val="3711"/>
              </a:lnSpc>
              <a:spcBef>
                <a:spcPct val="0"/>
              </a:spcBef>
            </a:pPr>
            <a:endParaRPr lang="en-US" sz="2651" dirty="0">
              <a:solidFill>
                <a:srgbClr val="182833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738397" y="962025"/>
            <a:ext cx="5007769" cy="555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{{REPORT_TITLE}}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0726" y="1574989"/>
            <a:ext cx="13669746" cy="1002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8"/>
              </a:lnSpc>
            </a:pPr>
            <a:r>
              <a:rPr lang="en-US" sz="7600" dirty="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{CLIENTE} – Visión General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888388"/>
            <a:ext cx="13013798" cy="74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Descripción general:</a:t>
            </a:r>
          </a:p>
          <a:p>
            <a:pPr algn="l">
              <a:lnSpc>
                <a:spcPts val="5250"/>
              </a:lnSpc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{DESCRIPCION_CLIENTE}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322467"/>
            <a:ext cx="10456692" cy="194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7599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{CLIENTE} – Hallazgos del Trimestre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034790"/>
            <a:ext cx="10127255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{HALLAZGO_1}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{HALLAZGO_2}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F3542"/>
                </a:solidFill>
                <a:latin typeface="HK Grotesk"/>
                <a:ea typeface="HK Grotesk"/>
                <a:cs typeface="HK Grotesk"/>
                <a:sym typeface="HK Grotesk"/>
              </a:rPr>
              <a:t>{HALLAZGO_3}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03100"/>
            <a:ext cx="10694485" cy="194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7599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{CLIENTE} – Indicadores Clave y Noticias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63315"/>
            <a:ext cx="7354346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KPIs Clave: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{KPI_1}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{KPI_2}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{KPI_3}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4956" y="3663315"/>
            <a:ext cx="6562086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Noticias </a:t>
            </a:r>
            <a:r>
              <a:rPr lang="en-US" sz="2100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Relevantes</a:t>
            </a:r>
            <a:r>
              <a:rPr lang="en-US" sz="2100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: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{FECHA_1} – {TITULAR_1} ({FUENTE_1})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{FECHA_2} – {TITULAR_2} ({FUENTE_2})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3241" y="1104313"/>
            <a:ext cx="12063219" cy="194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7599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{CLIENTE} – </a:t>
            </a:r>
            <a:r>
              <a:rPr lang="en-US" sz="7599" dirty="0" err="1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Oportunidades</a:t>
            </a:r>
            <a:r>
              <a:rPr lang="en-US" sz="7599" dirty="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 para </a:t>
            </a:r>
            <a:r>
              <a:rPr lang="en-US" sz="7599" b="1" dirty="0" err="1">
                <a:solidFill>
                  <a:srgbClr val="04F2B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ubimia</a:t>
            </a:r>
            <a:endParaRPr lang="en-US" sz="7599" b="1" dirty="0">
              <a:solidFill>
                <a:srgbClr val="04F2BA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63982" y="4034790"/>
            <a:ext cx="13890490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{OPORTUNIDAD_1}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{OPORTUNIDAD_2}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82833"/>
                </a:solidFill>
                <a:latin typeface="HK Grotesk"/>
                <a:ea typeface="HK Grotesk"/>
                <a:cs typeface="HK Grotesk"/>
                <a:sym typeface="HK Grotesk"/>
              </a:rPr>
              <a:t>• {OPORTUNIDAD_3}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199</Words>
  <Application>Microsoft Office PowerPoint</Application>
  <PresentationFormat>Personalizado</PresentationFormat>
  <Paragraphs>32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HK Grotesk Bold</vt:lpstr>
      <vt:lpstr>Aptos Display</vt:lpstr>
      <vt:lpstr>Arial</vt:lpstr>
      <vt:lpstr>Aptos</vt:lpstr>
      <vt:lpstr>HK Grotesk</vt:lpstr>
      <vt:lpstr>HK Grotesk Medium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Clientes Estrategicos</dc:title>
  <dc:creator>Sara Camila García Villalobos</dc:creator>
  <cp:lastModifiedBy>Sara Camila García Villalobos</cp:lastModifiedBy>
  <cp:revision>2</cp:revision>
  <dcterms:created xsi:type="dcterms:W3CDTF">2006-08-16T00:00:00Z</dcterms:created>
  <dcterms:modified xsi:type="dcterms:W3CDTF">2026-01-08T06:27:41Z</dcterms:modified>
  <dc:identifier>DAG9zMk1zEw</dc:identifier>
</cp:coreProperties>
</file>
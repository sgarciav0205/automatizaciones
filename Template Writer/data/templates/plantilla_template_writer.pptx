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6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01" y="32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9302" y="3171217"/>
            <a:ext cx="7305472" cy="1391055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{{TITULO}}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302" y="4751961"/>
            <a:ext cx="7305472" cy="676072"/>
          </a:xfrm>
        </p:spPr>
        <p:txBody>
          <a:bodyPr/>
          <a:lstStyle/>
          <a:p>
            <a:r>
              <a:rPr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{{SUBTITULO}}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Resumen</a:t>
            </a:r>
            <a:r>
              <a:rPr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ejecutivo</a:t>
            </a:r>
            <a:endParaRPr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BF02418-6F60-6355-CDD8-9B6D8250905B}"/>
              </a:ext>
            </a:extLst>
          </p:cNvPr>
          <p:cNvSpPr/>
          <p:nvPr/>
        </p:nvSpPr>
        <p:spPr>
          <a:xfrm>
            <a:off x="4046706" y="1322962"/>
            <a:ext cx="7821039" cy="3813242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5021" y="1634244"/>
            <a:ext cx="7308715" cy="3278223"/>
          </a:xfrm>
        </p:spPr>
        <p:txBody>
          <a:bodyPr>
            <a:normAutofit/>
          </a:bodyPr>
          <a:lstStyle/>
          <a:p>
            <a:r>
              <a:rPr sz="2000" dirty="0">
                <a:latin typeface="Space Grotesk" pitchFamily="2" charset="0"/>
                <a:cs typeface="Space Grotesk" pitchFamily="2" charset="0"/>
              </a:rPr>
              <a:t>{{RESUMEN_EJECUTIVO}}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Contexto y </a:t>
            </a:r>
            <a:r>
              <a:rPr lang="es-MX" dirty="0"/>
              <a:t>O</a:t>
            </a:r>
            <a:r>
              <a:rPr dirty="0" err="1"/>
              <a:t>bjetivo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6425" y="1516374"/>
            <a:ext cx="2869660" cy="4525963"/>
          </a:xfrm>
        </p:spPr>
        <p:txBody>
          <a:bodyPr>
            <a:normAutofit/>
          </a:bodyPr>
          <a:lstStyle/>
          <a:p>
            <a:r>
              <a:rPr sz="180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Contexto: {{CONTEXTO}}</a:t>
            </a:r>
            <a:endParaRPr lang="es-MX" sz="1800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40D9D9E-1658-48F6-BB1B-36914257752F}"/>
              </a:ext>
            </a:extLst>
          </p:cNvPr>
          <p:cNvSpPr txBox="1"/>
          <p:nvPr/>
        </p:nvSpPr>
        <p:spPr>
          <a:xfrm>
            <a:off x="5235103" y="3764924"/>
            <a:ext cx="54004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Objetivo: {{OBJETIVO}}</a:t>
            </a: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  <a:p>
            <a:endParaRPr lang="es-MX" dirty="0">
              <a:solidFill>
                <a:schemeClr val="bg1"/>
              </a:solidFill>
              <a:latin typeface="Space Grotesk" pitchFamily="2" charset="0"/>
              <a:cs typeface="Space Grotesk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32" y="3124840"/>
            <a:ext cx="4147227" cy="571668"/>
          </a:xfrm>
        </p:spPr>
        <p:txBody>
          <a:bodyPr>
            <a:noAutofit/>
          </a:bodyPr>
          <a:lstStyle/>
          <a:p>
            <a:r>
              <a:rPr sz="6600" dirty="0" err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Hallazgos</a:t>
            </a:r>
            <a:r>
              <a:rPr sz="6600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2149" y="3198167"/>
            <a:ext cx="5346969" cy="461665"/>
          </a:xfr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</a:pPr>
            <a:r>
              <a:rPr sz="2400" dirty="0">
                <a:latin typeface="Space Grotesk" pitchFamily="2" charset="0"/>
                <a:cs typeface="Space Grotesk" pitchFamily="2" charset="0"/>
              </a:rPr>
              <a:t>{{HALLAZGO_2}}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AECF09F-8244-A97F-2303-58AB5DF0DF08}"/>
              </a:ext>
            </a:extLst>
          </p:cNvPr>
          <p:cNvCxnSpPr/>
          <p:nvPr/>
        </p:nvCxnSpPr>
        <p:spPr>
          <a:xfrm>
            <a:off x="1498061" y="3429000"/>
            <a:ext cx="2237362" cy="0"/>
          </a:xfrm>
          <a:prstGeom prst="line">
            <a:avLst/>
          </a:prstGeom>
          <a:ln>
            <a:solidFill>
              <a:srgbClr val="00F6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8DC5DC9-807A-2EA2-48CE-77F2D34FBF25}"/>
              </a:ext>
            </a:extLst>
          </p:cNvPr>
          <p:cNvSpPr txBox="1"/>
          <p:nvPr/>
        </p:nvSpPr>
        <p:spPr>
          <a:xfrm>
            <a:off x="6905826" y="1508605"/>
            <a:ext cx="5114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>
                <a:latin typeface="Space Grotesk" pitchFamily="2" charset="0"/>
                <a:cs typeface="Space Grotesk" pitchFamily="2" charset="0"/>
              </a:rPr>
              <a:t>{{HALLAZGO_1}}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3331FC3-C20D-5EFA-D4F5-12AB36E50DAF}"/>
              </a:ext>
            </a:extLst>
          </p:cNvPr>
          <p:cNvSpPr txBox="1"/>
          <p:nvPr/>
        </p:nvSpPr>
        <p:spPr>
          <a:xfrm>
            <a:off x="6758292" y="4980062"/>
            <a:ext cx="8711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{{</a:t>
            </a:r>
            <a:r>
              <a:rPr lang="es-MX" sz="2400" dirty="0">
                <a:latin typeface="Space Grotesk" pitchFamily="2" charset="0"/>
                <a:cs typeface="Space Grotesk" pitchFamily="2" charset="0"/>
              </a:rPr>
              <a:t>HALLAZGO</a:t>
            </a:r>
            <a:r>
              <a:rPr lang="es-MX" sz="2400" dirty="0"/>
              <a:t>_3}}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8374"/>
            <a:ext cx="10972800" cy="1143000"/>
          </a:xfrm>
        </p:spPr>
        <p:txBody>
          <a:bodyPr/>
          <a:lstStyle/>
          <a:p>
            <a:r>
              <a:rPr dirty="0" err="1">
                <a:latin typeface="Space Grotesk" pitchFamily="2" charset="0"/>
                <a:cs typeface="Space Grotesk" pitchFamily="2" charset="0"/>
              </a:rPr>
              <a:t>Recomendaciones</a:t>
            </a:r>
            <a:r>
              <a:rPr dirty="0">
                <a:latin typeface="Space Grotesk" pitchFamily="2" charset="0"/>
                <a:cs typeface="Space Grotesk" pitchFamily="2" charset="0"/>
              </a:rPr>
              <a:t> y </a:t>
            </a:r>
            <a:r>
              <a:rPr dirty="0" err="1">
                <a:latin typeface="Space Grotesk" pitchFamily="2" charset="0"/>
                <a:cs typeface="Space Grotesk" pitchFamily="2" charset="0"/>
              </a:rPr>
              <a:t>siguientes</a:t>
            </a:r>
            <a:r>
              <a:rPr dirty="0">
                <a:latin typeface="Space Grotesk" pitchFamily="2" charset="0"/>
                <a:cs typeface="Space Grotesk" pitchFamily="2" charset="0"/>
              </a:rPr>
              <a:t> pasos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4E0A8C-4036-0750-2D5C-A6037BBF0EBA}"/>
              </a:ext>
            </a:extLst>
          </p:cNvPr>
          <p:cNvSpPr txBox="1"/>
          <p:nvPr/>
        </p:nvSpPr>
        <p:spPr>
          <a:xfrm>
            <a:off x="214819" y="2514042"/>
            <a:ext cx="2781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dirty="0">
                <a:latin typeface="Space Grotesk" pitchFamily="2" charset="0"/>
                <a:cs typeface="Space Grotesk" pitchFamily="2" charset="0"/>
              </a:rPr>
              <a:t>Recomendación 1:</a:t>
            </a:r>
          </a:p>
          <a:p>
            <a:pPr marL="0" indent="0">
              <a:buNone/>
            </a:pPr>
            <a:r>
              <a:rPr lang="es-MX" dirty="0">
                <a:latin typeface="Space Grotesk" pitchFamily="2" charset="0"/>
                <a:cs typeface="Space Grotesk" pitchFamily="2" charset="0"/>
              </a:rPr>
              <a:t> {{RECOMENDACION_1}}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5D04CE-4BD3-7B82-2E98-A3BAD54B33F0}"/>
              </a:ext>
            </a:extLst>
          </p:cNvPr>
          <p:cNvSpPr txBox="1"/>
          <p:nvPr/>
        </p:nvSpPr>
        <p:spPr>
          <a:xfrm>
            <a:off x="3148519" y="2514041"/>
            <a:ext cx="2781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Recomendación 2:</a:t>
            </a:r>
          </a:p>
          <a:p>
            <a:pPr marL="0" indent="0">
              <a:buNone/>
            </a:pPr>
            <a:r>
              <a:rPr lang="es-MX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 {{RECOMENDACION_1}}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604BBB-C8D7-CD8C-0812-729AEB691166}"/>
              </a:ext>
            </a:extLst>
          </p:cNvPr>
          <p:cNvSpPr txBox="1"/>
          <p:nvPr/>
        </p:nvSpPr>
        <p:spPr>
          <a:xfrm>
            <a:off x="6096000" y="2514040"/>
            <a:ext cx="2781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dirty="0">
                <a:latin typeface="Space Grotesk" pitchFamily="2" charset="0"/>
                <a:cs typeface="Space Grotesk" pitchFamily="2" charset="0"/>
              </a:rPr>
              <a:t>Recomendación 3:</a:t>
            </a:r>
          </a:p>
          <a:p>
            <a:pPr marL="0" indent="0">
              <a:buNone/>
            </a:pPr>
            <a:r>
              <a:rPr lang="es-MX" dirty="0">
                <a:latin typeface="Space Grotesk" pitchFamily="2" charset="0"/>
                <a:cs typeface="Space Grotesk" pitchFamily="2" charset="0"/>
              </a:rPr>
              <a:t> {{RECOMENDACION_1}}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0EB0422-0839-69AE-1CB6-DAEEEFF48FBA}"/>
              </a:ext>
            </a:extLst>
          </p:cNvPr>
          <p:cNvSpPr txBox="1"/>
          <p:nvPr/>
        </p:nvSpPr>
        <p:spPr>
          <a:xfrm>
            <a:off x="9221821" y="2514040"/>
            <a:ext cx="2529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indent="0" algn="ctr">
              <a:buNone/>
              <a:defRPr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s-MX" dirty="0"/>
              <a:t>Siguientes pasos: {{SIGUIENTES_PASOS}}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26B93-BF2E-B196-BA16-57160735C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058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83</Words>
  <Application>Microsoft Office PowerPoint</Application>
  <PresentationFormat>Panorámica</PresentationFormat>
  <Paragraphs>26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Space Grotesk</vt:lpstr>
      <vt:lpstr>Office Theme</vt:lpstr>
      <vt:lpstr>{{TITULO}}</vt:lpstr>
      <vt:lpstr>Resumen ejecutivo</vt:lpstr>
      <vt:lpstr>Contexto y Objetivo</vt:lpstr>
      <vt:lpstr>Hallazgos clave</vt:lpstr>
      <vt:lpstr>Recomendaciones y siguientes pasos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 Camila García Villalobos</dc:creator>
  <cp:keywords/>
  <dc:description>generated using python-pptx</dc:description>
  <cp:lastModifiedBy>Sara Camila García Villalobos</cp:lastModifiedBy>
  <cp:revision>2</cp:revision>
  <dcterms:created xsi:type="dcterms:W3CDTF">2013-01-27T09:14:16Z</dcterms:created>
  <dcterms:modified xsi:type="dcterms:W3CDTF">2025-12-16T22:46:30Z</dcterms:modified>
  <cp:category/>
</cp:coreProperties>
</file>